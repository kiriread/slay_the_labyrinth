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Raleway"/>
      <p:regular r:id="rId7"/>
      <p:bold r:id="rId8"/>
      <p:italic r:id="rId9"/>
      <p:boldItalic r:id="rId10"/>
    </p:embeddedFont>
    <p:embeddedFont>
      <p:font typeface="Raleway Black"/>
      <p:bold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RalewayBlack-bold.fntdata"/><Relationship Id="rId10" Type="http://schemas.openxmlformats.org/officeDocument/2006/relationships/font" Target="fonts/Raleway-boldItalic.fntdata"/><Relationship Id="rId12" Type="http://schemas.openxmlformats.org/officeDocument/2006/relationships/font" Target="fonts/RalewayBlack-boldItalic.fntdata"/><Relationship Id="rId9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aleway-regular.fntdata"/><Relationship Id="rId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83275" y="126875"/>
            <a:ext cx="44163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60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rPr>
              <a:t>Slay the Labyrinth</a:t>
            </a:r>
            <a:endParaRPr sz="6000">
              <a:solidFill>
                <a:schemeClr val="lt1"/>
              </a:solidFill>
              <a:latin typeface="Raleway Black"/>
              <a:ea typeface="Raleway Black"/>
              <a:cs typeface="Raleway Black"/>
              <a:sym typeface="Raleway Black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83275" y="2216850"/>
            <a:ext cx="37674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Текстовый Roguelike с элементами RPG</a:t>
            </a:r>
            <a:br>
              <a:rPr b="1" lang="ru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ru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- Глубокая боевая система</a:t>
            </a:r>
            <a:br>
              <a:rPr b="1" lang="ru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ru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- Вариативность пути</a:t>
            </a:r>
            <a:br>
              <a:rPr b="1" lang="ru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</a:br>
            <a:r>
              <a:rPr b="1" lang="ru" sz="18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rPr>
              <a:t>- Разные классы</a:t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ru" sz="1800">
                <a:solidFill>
                  <a:schemeClr val="dk2"/>
                </a:solidFill>
              </a:rPr>
            </a:br>
            <a:r>
              <a:rPr lang="ru" sz="1800">
                <a:solidFill>
                  <a:schemeClr val="dk2"/>
                </a:solidFill>
              </a:rPr>
              <a:t>- </a:t>
            </a:r>
            <a:br>
              <a:rPr lang="ru" sz="1800">
                <a:solidFill>
                  <a:schemeClr val="dk2"/>
                </a:solidFill>
              </a:rPr>
            </a:br>
            <a:r>
              <a:rPr lang="ru" sz="1800">
                <a:solidFill>
                  <a:schemeClr val="dk2"/>
                </a:solidFill>
              </a:rPr>
              <a:t>-</a:t>
            </a:r>
            <a:br>
              <a:rPr lang="ru" sz="1800">
                <a:solidFill>
                  <a:schemeClr val="dk2"/>
                </a:solidFill>
              </a:rPr>
            </a:br>
            <a:r>
              <a:rPr lang="ru" sz="1800">
                <a:solidFill>
                  <a:schemeClr val="dk2"/>
                </a:solidFill>
              </a:rPr>
              <a:t>-</a:t>
            </a:r>
            <a:br>
              <a:rPr lang="ru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